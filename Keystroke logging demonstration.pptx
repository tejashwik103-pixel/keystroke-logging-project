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3" d="100"/>
          <a:sy n="93" d="100"/>
        </p:scale>
        <p:origin x="354" y="7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690" r:id="rId2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3277929"/>
            <a:ext cx="2254596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[Student Name ]- 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359" y="2079107"/>
            <a:ext cx="5907641" cy="743448"/>
          </a:xfrm>
        </p:spPr>
        <p:txBody>
          <a:bodyPr>
            <a:noAutofit/>
          </a:bodyPr>
          <a:lstStyle/>
          <a:p>
            <a:r>
              <a:rPr lang="en-GB" sz="2400" dirty="0"/>
              <a:t>Project Title – Keystroke Logging Demonstration </a:t>
            </a:r>
            <a:endParaRPr lang="en-IN" sz="24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7781128" y="4129132"/>
            <a:ext cx="4168463" cy="55982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solidFill>
                  <a:schemeClr val="tx1"/>
                </a:solidFill>
              </a:rPr>
              <a:t>STU68f8ad25150c91761127717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8121997" y="3267635"/>
            <a:ext cx="3159760" cy="743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solidFill>
                  <a:schemeClr val="tx1"/>
                </a:solidFill>
              </a:rPr>
              <a:t> TEJASWI KUMAR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4493308" y="4084144"/>
            <a:ext cx="3400089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[AICTE ID : ]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875556"/>
            <a:ext cx="7260941" cy="360798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Keystroke logging is a technique that can be misused to steal sensitive user information like passwords and personal data.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Most users are unaware of how such attacks work and how they can protect themselves.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project aims to create awareness about keystroke logging and its security risks.</a:t>
            </a:r>
            <a:endParaRPr lang="en-IN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8444690" cy="830997"/>
          </a:xfrm>
        </p:spPr>
        <p:txBody>
          <a:bodyPr>
            <a:noAutofit/>
          </a:bodyPr>
          <a:lstStyle/>
          <a:p>
            <a:r>
              <a:rPr lang="en-GB" sz="2800" dirty="0"/>
              <a:t>Project Description</a:t>
            </a:r>
            <a:br>
              <a:rPr lang="en-GB" sz="2800" dirty="0"/>
            </a:br>
            <a:r>
              <a:rPr lang="en-GB" sz="2800" dirty="0"/>
              <a:t>[write detail description about your project ] </a:t>
            </a:r>
            <a:br>
              <a:rPr lang="en-GB" sz="2800" dirty="0"/>
            </a:b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1FDF32-FDFC-906D-2DC9-C97CDF73DBBF}"/>
              </a:ext>
            </a:extLst>
          </p:cNvPr>
          <p:cNvSpPr txBox="1"/>
          <p:nvPr/>
        </p:nvSpPr>
        <p:spPr>
          <a:xfrm>
            <a:off x="660399" y="2062264"/>
            <a:ext cx="844469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demonstrates the basic working concept of keystroke logging in a safe and ethical environment.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project does not capture or store any sensitive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only shows how typing events and timing can be analyzed for educational and cybersecurity awareness purposes.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600" dirty="0"/>
              <a:t>Students learning cybersecurity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Beginners in ethical hacking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IT &amp; Computer Science students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General computer users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Cyber awareness trainees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7318" y="1432560"/>
            <a:ext cx="8251001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Python Programming Language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Time module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Keyboard input concepts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Text-based input handling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Cybersecurity principles</a:t>
            </a:r>
            <a:endParaRPr lang="en-IN" sz="28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A94507-6D42-6D18-5944-28624AA78D66}"/>
              </a:ext>
            </a:extLst>
          </p:cNvPr>
          <p:cNvSpPr txBox="1"/>
          <p:nvPr/>
        </p:nvSpPr>
        <p:spPr>
          <a:xfrm>
            <a:off x="675957" y="2334638"/>
            <a:ext cx="677543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Understanding of keystroke logging concept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Awareness about privacy risks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Knowledge of ethical vs malicious usage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Improved cybersecurity awareness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164838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BEB5A6-871F-B09C-055D-5B2FFB023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625008"/>
            <a:ext cx="8032036" cy="44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CD0C29-090A-E401-EF3E-135CC9729D4E}"/>
              </a:ext>
            </a:extLst>
          </p:cNvPr>
          <p:cNvSpPr txBox="1"/>
          <p:nvPr/>
        </p:nvSpPr>
        <p:spPr>
          <a:xfrm>
            <a:off x="622570" y="1432495"/>
            <a:ext cx="81796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certificate helped in understanding browser-based threats and protection mechanisms related to cybersecurity.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671CF3-73E7-8EFA-768B-D1B009D46DF0}"/>
              </a:ext>
            </a:extLst>
          </p:cNvPr>
          <p:cNvSpPr txBox="1"/>
          <p:nvPr/>
        </p:nvSpPr>
        <p:spPr>
          <a:xfrm>
            <a:off x="700391" y="2217906"/>
            <a:ext cx="7140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Learned basic system security concepts, threats, and preventive measures.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Securing Android Devices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A1A179-73B7-E7F0-F6D3-888681E666A4}"/>
              </a:ext>
            </a:extLst>
          </p:cNvPr>
          <p:cNvSpPr txBox="1"/>
          <p:nvPr/>
        </p:nvSpPr>
        <p:spPr>
          <a:xfrm>
            <a:off x="544749" y="1653702"/>
            <a:ext cx="867124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Gained knowledge about mobile security risks and protection techniques.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documentManagement/types"/>
    <ds:schemaRef ds:uri="http://purl.org/dc/elements/1.1/"/>
    <ds:schemaRef ds:uri="71af3243-3dd4-4a8d-8c0d-dd76da1f02a5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590</TotalTime>
  <Words>264</Words>
  <Application>Microsoft Office PowerPoint</Application>
  <PresentationFormat>Widescreen</PresentationFormat>
  <Paragraphs>42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</vt:lpstr>
      <vt:lpstr>Project Title – Keystroke Logging Demonstration 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shivam kumar</cp:lastModifiedBy>
  <cp:revision>77</cp:revision>
  <dcterms:created xsi:type="dcterms:W3CDTF">2021-07-11T13:13:15Z</dcterms:created>
  <dcterms:modified xsi:type="dcterms:W3CDTF">2026-01-03T16:24:44Z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